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274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434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8730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625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4297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129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42451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45590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83700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6238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4434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17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30BB40-51A8-4B55-A94A-6235F6CFC8AA}" type="datetimeFigureOut">
              <a:rPr lang="es-ES" smtClean="0"/>
              <a:t>14/02/2017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1B371-2554-4666-804F-CAD45739BE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640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43" r="3564" b="8335"/>
          <a:stretch/>
        </p:blipFill>
        <p:spPr bwMode="auto">
          <a:xfrm>
            <a:off x="453441" y="980728"/>
            <a:ext cx="7838332" cy="5554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4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140" y="103906"/>
            <a:ext cx="1009267" cy="787101"/>
          </a:xfrm>
          <a:prstGeom prst="rect">
            <a:avLst/>
          </a:prstGeom>
        </p:spPr>
      </p:pic>
      <p:sp>
        <p:nvSpPr>
          <p:cNvPr id="6" name="5 CuadroTexto"/>
          <p:cNvSpPr txBox="1"/>
          <p:nvPr/>
        </p:nvSpPr>
        <p:spPr>
          <a:xfrm>
            <a:off x="251520" y="235846"/>
            <a:ext cx="1823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 smtClean="0"/>
              <a:t>Contenido:</a:t>
            </a:r>
            <a:endParaRPr lang="es-ES" sz="2800" b="1" dirty="0"/>
          </a:p>
        </p:txBody>
      </p:sp>
      <p:sp>
        <p:nvSpPr>
          <p:cNvPr id="7" name="6 CuadroTexto"/>
          <p:cNvSpPr txBox="1"/>
          <p:nvPr/>
        </p:nvSpPr>
        <p:spPr>
          <a:xfrm>
            <a:off x="2267744" y="332656"/>
            <a:ext cx="2931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Ticket      Factura Simplificada</a:t>
            </a:r>
            <a:endParaRPr lang="es-ES" dirty="0"/>
          </a:p>
        </p:txBody>
      </p:sp>
      <p:cxnSp>
        <p:nvCxnSpPr>
          <p:cNvPr id="8" name="7 Conector recto"/>
          <p:cNvCxnSpPr/>
          <p:nvPr/>
        </p:nvCxnSpPr>
        <p:spPr>
          <a:xfrm>
            <a:off x="2267744" y="215256"/>
            <a:ext cx="0" cy="5644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8 Conector recto"/>
          <p:cNvCxnSpPr/>
          <p:nvPr/>
        </p:nvCxnSpPr>
        <p:spPr>
          <a:xfrm>
            <a:off x="3059832" y="215256"/>
            <a:ext cx="0" cy="5644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9 CuadroTexto"/>
          <p:cNvSpPr txBox="1"/>
          <p:nvPr/>
        </p:nvSpPr>
        <p:spPr>
          <a:xfrm>
            <a:off x="5220072" y="1424534"/>
            <a:ext cx="915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smtClean="0"/>
              <a:t>Logotipo</a:t>
            </a:r>
            <a:endParaRPr lang="es-ES" sz="1600" dirty="0"/>
          </a:p>
        </p:txBody>
      </p:sp>
      <p:sp>
        <p:nvSpPr>
          <p:cNvPr id="11" name="10 CuadroTexto"/>
          <p:cNvSpPr txBox="1"/>
          <p:nvPr/>
        </p:nvSpPr>
        <p:spPr>
          <a:xfrm>
            <a:off x="5220072" y="2082334"/>
            <a:ext cx="5952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smtClean="0"/>
              <a:t>Feria</a:t>
            </a:r>
            <a:endParaRPr lang="es-ES" sz="1600" dirty="0"/>
          </a:p>
        </p:txBody>
      </p:sp>
      <p:sp>
        <p:nvSpPr>
          <p:cNvPr id="12" name="11 CuadroTexto"/>
          <p:cNvSpPr txBox="1"/>
          <p:nvPr/>
        </p:nvSpPr>
        <p:spPr>
          <a:xfrm>
            <a:off x="5220072" y="2307650"/>
            <a:ext cx="6409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smtClean="0"/>
              <a:t>Lugar</a:t>
            </a:r>
            <a:endParaRPr lang="es-ES" sz="1600" dirty="0"/>
          </a:p>
        </p:txBody>
      </p:sp>
      <p:sp>
        <p:nvSpPr>
          <p:cNvPr id="13" name="12 CuadroTexto"/>
          <p:cNvSpPr txBox="1"/>
          <p:nvPr/>
        </p:nvSpPr>
        <p:spPr>
          <a:xfrm>
            <a:off x="5220072" y="2564904"/>
            <a:ext cx="9065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smtClean="0"/>
              <a:t>Empresa</a:t>
            </a:r>
            <a:endParaRPr lang="es-ES" sz="1600" dirty="0"/>
          </a:p>
        </p:txBody>
      </p:sp>
      <p:sp>
        <p:nvSpPr>
          <p:cNvPr id="14" name="13 CuadroTexto"/>
          <p:cNvSpPr txBox="1"/>
          <p:nvPr/>
        </p:nvSpPr>
        <p:spPr>
          <a:xfrm>
            <a:off x="5220072" y="2934672"/>
            <a:ext cx="6705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smtClean="0"/>
              <a:t>Fecha</a:t>
            </a:r>
            <a:endParaRPr lang="es-ES" sz="1600" dirty="0"/>
          </a:p>
        </p:txBody>
      </p:sp>
      <p:sp>
        <p:nvSpPr>
          <p:cNvPr id="15" name="14 CuadroTexto"/>
          <p:cNvSpPr txBox="1"/>
          <p:nvPr/>
        </p:nvSpPr>
        <p:spPr>
          <a:xfrm>
            <a:off x="5910067" y="2934672"/>
            <a:ext cx="1696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smtClean="0"/>
              <a:t>(sistema/editable)</a:t>
            </a:r>
            <a:endParaRPr lang="es-ES" sz="1600" dirty="0"/>
          </a:p>
        </p:txBody>
      </p:sp>
      <p:sp>
        <p:nvSpPr>
          <p:cNvPr id="16" name="15 CuadroTexto"/>
          <p:cNvSpPr txBox="1"/>
          <p:nvPr/>
        </p:nvSpPr>
        <p:spPr>
          <a:xfrm>
            <a:off x="4794562" y="3767787"/>
            <a:ext cx="14013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 smtClean="0"/>
              <a:t>6 modalidades</a:t>
            </a:r>
          </a:p>
          <a:p>
            <a:pPr algn="ctr"/>
            <a:r>
              <a:rPr lang="es-ES" sz="1600" dirty="0" smtClean="0"/>
              <a:t>de venta </a:t>
            </a:r>
          </a:p>
          <a:p>
            <a:pPr algn="ctr"/>
            <a:r>
              <a:rPr lang="es-ES" sz="1600" dirty="0" smtClean="0"/>
              <a:t>(puede variar)</a:t>
            </a:r>
          </a:p>
        </p:txBody>
      </p:sp>
      <p:sp>
        <p:nvSpPr>
          <p:cNvPr id="17" name="16 CuadroTexto"/>
          <p:cNvSpPr txBox="1"/>
          <p:nvPr/>
        </p:nvSpPr>
        <p:spPr>
          <a:xfrm>
            <a:off x="6267442" y="3356992"/>
            <a:ext cx="1314527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smtClean="0"/>
              <a:t>Tira 4 Tarifas</a:t>
            </a:r>
          </a:p>
          <a:p>
            <a:r>
              <a:rPr lang="es-ES" sz="1600" dirty="0" smtClean="0"/>
              <a:t>Tarifa A Tira 4</a:t>
            </a:r>
          </a:p>
          <a:p>
            <a:r>
              <a:rPr lang="es-ES" sz="1600" dirty="0" smtClean="0"/>
              <a:t>Tarifa A</a:t>
            </a:r>
          </a:p>
          <a:p>
            <a:r>
              <a:rPr lang="es-ES" sz="1600" dirty="0" smtClean="0"/>
              <a:t>Tarifa A2</a:t>
            </a:r>
          </a:p>
          <a:p>
            <a:r>
              <a:rPr lang="es-ES" sz="1600" dirty="0" smtClean="0"/>
              <a:t>Tarifa B</a:t>
            </a:r>
          </a:p>
          <a:p>
            <a:r>
              <a:rPr lang="es-ES" sz="1600" dirty="0" smtClean="0"/>
              <a:t>Tarifa C</a:t>
            </a:r>
            <a:endParaRPr lang="es-ES" sz="1600" dirty="0"/>
          </a:p>
        </p:txBody>
      </p:sp>
      <p:cxnSp>
        <p:nvCxnSpPr>
          <p:cNvPr id="18" name="17 Conector recto"/>
          <p:cNvCxnSpPr/>
          <p:nvPr/>
        </p:nvCxnSpPr>
        <p:spPr>
          <a:xfrm>
            <a:off x="6228184" y="3356992"/>
            <a:ext cx="0" cy="1638441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CuadroTexto"/>
          <p:cNvSpPr txBox="1"/>
          <p:nvPr/>
        </p:nvSpPr>
        <p:spPr>
          <a:xfrm>
            <a:off x="4432573" y="5276946"/>
            <a:ext cx="38379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 smtClean="0"/>
              <a:t>Sabiendo el nº de etiquetas por rollo actual,</a:t>
            </a:r>
          </a:p>
          <a:p>
            <a:pPr algn="ctr"/>
            <a:r>
              <a:rPr lang="es-ES" sz="1600" dirty="0"/>
              <a:t>c</a:t>
            </a:r>
            <a:r>
              <a:rPr lang="es-ES" sz="1600" dirty="0" smtClean="0"/>
              <a:t>alcular según pedido las etiquetas</a:t>
            </a:r>
          </a:p>
          <a:p>
            <a:pPr algn="ctr"/>
            <a:r>
              <a:rPr lang="es-ES" sz="1600" dirty="0" smtClean="0"/>
              <a:t>Impresas por motivo: Nº INICIAL al Nº FINAL</a:t>
            </a:r>
          </a:p>
        </p:txBody>
      </p:sp>
      <p:cxnSp>
        <p:nvCxnSpPr>
          <p:cNvPr id="23" name="22 Conector recto"/>
          <p:cNvCxnSpPr/>
          <p:nvPr/>
        </p:nvCxnSpPr>
        <p:spPr>
          <a:xfrm>
            <a:off x="4470808" y="5400348"/>
            <a:ext cx="0" cy="62094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25 Conector recto de flecha"/>
          <p:cNvCxnSpPr>
            <a:stCxn id="22" idx="1"/>
          </p:cNvCxnSpPr>
          <p:nvPr/>
        </p:nvCxnSpPr>
        <p:spPr>
          <a:xfrm flipH="1" flipV="1">
            <a:off x="4083035" y="5692444"/>
            <a:ext cx="349538" cy="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33 Conector recto de flecha"/>
          <p:cNvCxnSpPr/>
          <p:nvPr/>
        </p:nvCxnSpPr>
        <p:spPr>
          <a:xfrm>
            <a:off x="4257804" y="2290532"/>
            <a:ext cx="907441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34 Conector recto de flecha"/>
          <p:cNvCxnSpPr/>
          <p:nvPr/>
        </p:nvCxnSpPr>
        <p:spPr>
          <a:xfrm>
            <a:off x="3779912" y="2476927"/>
            <a:ext cx="1385333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37 Conector recto de flecha"/>
          <p:cNvCxnSpPr/>
          <p:nvPr/>
        </p:nvCxnSpPr>
        <p:spPr>
          <a:xfrm flipV="1">
            <a:off x="3779912" y="1633476"/>
            <a:ext cx="1385333" cy="5196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39 Conector recto"/>
          <p:cNvCxnSpPr/>
          <p:nvPr/>
        </p:nvCxnSpPr>
        <p:spPr>
          <a:xfrm>
            <a:off x="3995936" y="2544844"/>
            <a:ext cx="0" cy="3801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41 Conector recto de flecha"/>
          <p:cNvCxnSpPr/>
          <p:nvPr/>
        </p:nvCxnSpPr>
        <p:spPr>
          <a:xfrm>
            <a:off x="3995936" y="2738713"/>
            <a:ext cx="1169309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43 Conector recto de flecha"/>
          <p:cNvCxnSpPr/>
          <p:nvPr/>
        </p:nvCxnSpPr>
        <p:spPr>
          <a:xfrm flipV="1">
            <a:off x="3779912" y="3130206"/>
            <a:ext cx="1385333" cy="5196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44 Conector recto"/>
          <p:cNvCxnSpPr/>
          <p:nvPr/>
        </p:nvCxnSpPr>
        <p:spPr>
          <a:xfrm>
            <a:off x="4337033" y="3553280"/>
            <a:ext cx="0" cy="153137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46 Conector recto de flecha"/>
          <p:cNvCxnSpPr/>
          <p:nvPr/>
        </p:nvCxnSpPr>
        <p:spPr>
          <a:xfrm>
            <a:off x="4332087" y="4207272"/>
            <a:ext cx="453720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48 CuadroTexto"/>
          <p:cNvSpPr txBox="1"/>
          <p:nvPr/>
        </p:nvSpPr>
        <p:spPr>
          <a:xfrm>
            <a:off x="5235944" y="5003448"/>
            <a:ext cx="2216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600" dirty="0" smtClean="0"/>
              <a:t>Total cantidad e Importe</a:t>
            </a:r>
            <a:endParaRPr lang="es-ES" sz="1600" dirty="0"/>
          </a:p>
        </p:txBody>
      </p:sp>
      <p:cxnSp>
        <p:nvCxnSpPr>
          <p:cNvPr id="50" name="49 Conector recto de flecha"/>
          <p:cNvCxnSpPr/>
          <p:nvPr/>
        </p:nvCxnSpPr>
        <p:spPr>
          <a:xfrm>
            <a:off x="4325900" y="5191817"/>
            <a:ext cx="907441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50 CuadroTexto"/>
          <p:cNvSpPr txBox="1"/>
          <p:nvPr/>
        </p:nvSpPr>
        <p:spPr>
          <a:xfrm>
            <a:off x="395536" y="4695820"/>
            <a:ext cx="125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 smtClean="0"/>
              <a:t>Motivo ROLLO</a:t>
            </a:r>
          </a:p>
          <a:p>
            <a:pPr algn="ctr"/>
            <a:r>
              <a:rPr lang="es-ES" sz="1400" b="1" dirty="0" smtClean="0"/>
              <a:t>IZQUIERDO</a:t>
            </a:r>
            <a:endParaRPr lang="es-ES" sz="1400" b="1" dirty="0"/>
          </a:p>
        </p:txBody>
      </p:sp>
      <p:sp>
        <p:nvSpPr>
          <p:cNvPr id="52" name="51 CuadroTexto"/>
          <p:cNvSpPr txBox="1"/>
          <p:nvPr/>
        </p:nvSpPr>
        <p:spPr>
          <a:xfrm>
            <a:off x="426608" y="4073707"/>
            <a:ext cx="12553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400" b="1" dirty="0" smtClean="0"/>
              <a:t>Motivo ROLLO</a:t>
            </a:r>
          </a:p>
          <a:p>
            <a:pPr algn="ctr"/>
            <a:r>
              <a:rPr lang="es-ES" sz="1400" b="1" dirty="0" smtClean="0"/>
              <a:t>DERECHO</a:t>
            </a:r>
            <a:endParaRPr lang="es-ES" sz="1400" b="1" dirty="0"/>
          </a:p>
        </p:txBody>
      </p:sp>
      <p:cxnSp>
        <p:nvCxnSpPr>
          <p:cNvPr id="55" name="54 Conector recto de flecha"/>
          <p:cNvCxnSpPr>
            <a:endCxn id="51" idx="3"/>
          </p:cNvCxnSpPr>
          <p:nvPr/>
        </p:nvCxnSpPr>
        <p:spPr>
          <a:xfrm flipH="1" flipV="1">
            <a:off x="1650880" y="4957430"/>
            <a:ext cx="423896" cy="459621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2065 Conector recto"/>
          <p:cNvCxnSpPr>
            <a:endCxn id="52" idx="3"/>
          </p:cNvCxnSpPr>
          <p:nvPr/>
        </p:nvCxnSpPr>
        <p:spPr>
          <a:xfrm flipH="1" flipV="1">
            <a:off x="1681952" y="4335317"/>
            <a:ext cx="1593904" cy="1081734"/>
          </a:xfrm>
          <a:prstGeom prst="line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66 CuadroTexto"/>
          <p:cNvSpPr txBox="1"/>
          <p:nvPr/>
        </p:nvSpPr>
        <p:spPr>
          <a:xfrm>
            <a:off x="595343" y="5694344"/>
            <a:ext cx="9236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 smtClean="0"/>
              <a:t>Máquina</a:t>
            </a:r>
          </a:p>
        </p:txBody>
      </p:sp>
      <p:cxnSp>
        <p:nvCxnSpPr>
          <p:cNvPr id="70" name="69 Conector recto de flecha"/>
          <p:cNvCxnSpPr/>
          <p:nvPr/>
        </p:nvCxnSpPr>
        <p:spPr>
          <a:xfrm flipH="1">
            <a:off x="1513384" y="5877272"/>
            <a:ext cx="806340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72 CuadroTexto"/>
          <p:cNvSpPr txBox="1"/>
          <p:nvPr/>
        </p:nvSpPr>
        <p:spPr>
          <a:xfrm>
            <a:off x="4519448" y="6116644"/>
            <a:ext cx="16489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 smtClean="0"/>
              <a:t>Nº Sesión/Cliente</a:t>
            </a:r>
          </a:p>
        </p:txBody>
      </p:sp>
      <p:cxnSp>
        <p:nvCxnSpPr>
          <p:cNvPr id="74" name="73 Conector recto de flecha"/>
          <p:cNvCxnSpPr>
            <a:endCxn id="73" idx="1"/>
          </p:cNvCxnSpPr>
          <p:nvPr/>
        </p:nvCxnSpPr>
        <p:spPr>
          <a:xfrm>
            <a:off x="3612007" y="5877272"/>
            <a:ext cx="907441" cy="408649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76 CuadroTexto"/>
          <p:cNvSpPr txBox="1"/>
          <p:nvPr/>
        </p:nvSpPr>
        <p:spPr>
          <a:xfrm>
            <a:off x="493787" y="6032956"/>
            <a:ext cx="10489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 smtClean="0"/>
              <a:t>Texto libre</a:t>
            </a:r>
          </a:p>
        </p:txBody>
      </p:sp>
      <p:cxnSp>
        <p:nvCxnSpPr>
          <p:cNvPr id="78" name="77 Conector recto"/>
          <p:cNvCxnSpPr/>
          <p:nvPr/>
        </p:nvCxnSpPr>
        <p:spPr>
          <a:xfrm>
            <a:off x="2222152" y="5978464"/>
            <a:ext cx="0" cy="43391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79 Conector recto de flecha"/>
          <p:cNvCxnSpPr/>
          <p:nvPr/>
        </p:nvCxnSpPr>
        <p:spPr>
          <a:xfrm flipH="1">
            <a:off x="1513384" y="6223456"/>
            <a:ext cx="70471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81 CuadroTexto"/>
          <p:cNvSpPr txBox="1"/>
          <p:nvPr/>
        </p:nvSpPr>
        <p:spPr>
          <a:xfrm>
            <a:off x="463587" y="2955019"/>
            <a:ext cx="10791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600" dirty="0" smtClean="0"/>
              <a:t>Producto</a:t>
            </a:r>
          </a:p>
          <a:p>
            <a:pPr algn="ctr"/>
            <a:r>
              <a:rPr lang="es-ES" sz="1600" dirty="0" smtClean="0"/>
              <a:t>+</a:t>
            </a:r>
          </a:p>
          <a:p>
            <a:pPr algn="ctr"/>
            <a:r>
              <a:rPr lang="es-ES" sz="1600" dirty="0" smtClean="0"/>
              <a:t>Modalidad</a:t>
            </a:r>
          </a:p>
        </p:txBody>
      </p:sp>
      <p:cxnSp>
        <p:nvCxnSpPr>
          <p:cNvPr id="83" name="82 Conector recto de flecha"/>
          <p:cNvCxnSpPr/>
          <p:nvPr/>
        </p:nvCxnSpPr>
        <p:spPr>
          <a:xfrm flipH="1" flipV="1">
            <a:off x="1411758" y="3315505"/>
            <a:ext cx="466329" cy="45962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87 CuadroTexto"/>
          <p:cNvSpPr txBox="1"/>
          <p:nvPr/>
        </p:nvSpPr>
        <p:spPr>
          <a:xfrm>
            <a:off x="5220751" y="332656"/>
            <a:ext cx="24475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Longitud  máx. 165 </a:t>
            </a:r>
            <a:r>
              <a:rPr lang="es-ES" dirty="0" err="1" smtClean="0"/>
              <a:t>mm.</a:t>
            </a:r>
            <a:endParaRPr lang="es-ES" dirty="0"/>
          </a:p>
        </p:txBody>
      </p:sp>
      <p:cxnSp>
        <p:nvCxnSpPr>
          <p:cNvPr id="89" name="88 Conector recto"/>
          <p:cNvCxnSpPr/>
          <p:nvPr/>
        </p:nvCxnSpPr>
        <p:spPr>
          <a:xfrm>
            <a:off x="5190048" y="215256"/>
            <a:ext cx="0" cy="5644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692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92" b="7887"/>
          <a:stretch/>
        </p:blipFill>
        <p:spPr bwMode="auto">
          <a:xfrm>
            <a:off x="395536" y="980728"/>
            <a:ext cx="8128000" cy="5593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4 Conector recto de flecha"/>
          <p:cNvCxnSpPr/>
          <p:nvPr/>
        </p:nvCxnSpPr>
        <p:spPr>
          <a:xfrm>
            <a:off x="5140468" y="1700808"/>
            <a:ext cx="648072" cy="0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6 Conector recto de flecha"/>
          <p:cNvCxnSpPr/>
          <p:nvPr/>
        </p:nvCxnSpPr>
        <p:spPr>
          <a:xfrm flipV="1">
            <a:off x="6156176" y="1271425"/>
            <a:ext cx="0" cy="476139"/>
          </a:xfrm>
          <a:prstGeom prst="straightConnector1">
            <a:avLst/>
          </a:prstGeom>
          <a:ln w="190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7 CuadroTexto"/>
          <p:cNvSpPr txBox="1"/>
          <p:nvPr/>
        </p:nvSpPr>
        <p:spPr>
          <a:xfrm>
            <a:off x="5015502" y="1267287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32 </a:t>
            </a:r>
            <a:r>
              <a:rPr lang="es-ES" dirty="0" err="1" smtClean="0"/>
              <a:t>mm.</a:t>
            </a:r>
            <a:endParaRPr lang="es-ES" dirty="0"/>
          </a:p>
        </p:txBody>
      </p:sp>
      <p:sp>
        <p:nvSpPr>
          <p:cNvPr id="10" name="9 CuadroTexto"/>
          <p:cNvSpPr txBox="1"/>
          <p:nvPr/>
        </p:nvSpPr>
        <p:spPr>
          <a:xfrm>
            <a:off x="6194277" y="1268760"/>
            <a:ext cx="8980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25 </a:t>
            </a:r>
            <a:r>
              <a:rPr lang="es-ES" dirty="0" err="1" smtClean="0"/>
              <a:t>mm.</a:t>
            </a:r>
            <a:endParaRPr lang="es-ES" dirty="0"/>
          </a:p>
        </p:txBody>
      </p:sp>
      <p:cxnSp>
        <p:nvCxnSpPr>
          <p:cNvPr id="11" name="10 Conector recto de flecha"/>
          <p:cNvCxnSpPr/>
          <p:nvPr/>
        </p:nvCxnSpPr>
        <p:spPr>
          <a:xfrm>
            <a:off x="3635896" y="1636619"/>
            <a:ext cx="1019566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 de flecha"/>
          <p:cNvCxnSpPr/>
          <p:nvPr/>
        </p:nvCxnSpPr>
        <p:spPr>
          <a:xfrm>
            <a:off x="4145679" y="2290532"/>
            <a:ext cx="1019566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13 CuadroTexto"/>
          <p:cNvSpPr txBox="1"/>
          <p:nvPr/>
        </p:nvSpPr>
        <p:spPr>
          <a:xfrm>
            <a:off x="251520" y="235846"/>
            <a:ext cx="19237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 smtClean="0"/>
              <a:t>Tipografías:</a:t>
            </a:r>
            <a:endParaRPr lang="es-ES" sz="2800" b="1" dirty="0"/>
          </a:p>
        </p:txBody>
      </p:sp>
      <p:sp>
        <p:nvSpPr>
          <p:cNvPr id="15" name="14 CuadroTexto"/>
          <p:cNvSpPr txBox="1"/>
          <p:nvPr/>
        </p:nvSpPr>
        <p:spPr>
          <a:xfrm>
            <a:off x="4236641" y="190381"/>
            <a:ext cx="31037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Franklin Gothic Medium</a:t>
            </a:r>
          </a:p>
          <a:p>
            <a:r>
              <a:rPr lang="es-ES" dirty="0" smtClean="0"/>
              <a:t>Franklin Gothic Medium Cond</a:t>
            </a:r>
            <a:endParaRPr lang="es-ES" dirty="0"/>
          </a:p>
        </p:txBody>
      </p:sp>
      <p:sp>
        <p:nvSpPr>
          <p:cNvPr id="16" name="15 CuadroTexto"/>
          <p:cNvSpPr txBox="1"/>
          <p:nvPr/>
        </p:nvSpPr>
        <p:spPr>
          <a:xfrm>
            <a:off x="2267744" y="332656"/>
            <a:ext cx="1784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Normal y Negrita</a:t>
            </a:r>
            <a:endParaRPr lang="es-ES" dirty="0"/>
          </a:p>
        </p:txBody>
      </p:sp>
      <p:sp>
        <p:nvSpPr>
          <p:cNvPr id="17" name="16 CuadroTexto"/>
          <p:cNvSpPr txBox="1"/>
          <p:nvPr/>
        </p:nvSpPr>
        <p:spPr>
          <a:xfrm>
            <a:off x="5292822" y="206084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15 N</a:t>
            </a:r>
            <a:endParaRPr lang="es-ES" dirty="0"/>
          </a:p>
        </p:txBody>
      </p:sp>
      <p:sp>
        <p:nvSpPr>
          <p:cNvPr id="18" name="17 CuadroTexto"/>
          <p:cNvSpPr txBox="1"/>
          <p:nvPr/>
        </p:nvSpPr>
        <p:spPr>
          <a:xfrm>
            <a:off x="5292822" y="2545448"/>
            <a:ext cx="620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10 N</a:t>
            </a:r>
            <a:endParaRPr lang="es-ES" dirty="0"/>
          </a:p>
        </p:txBody>
      </p:sp>
      <p:sp>
        <p:nvSpPr>
          <p:cNvPr id="19" name="18 CuadroTexto"/>
          <p:cNvSpPr txBox="1"/>
          <p:nvPr/>
        </p:nvSpPr>
        <p:spPr>
          <a:xfrm>
            <a:off x="5292822" y="285293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C 8,5</a:t>
            </a:r>
            <a:endParaRPr lang="es-ES" dirty="0"/>
          </a:p>
        </p:txBody>
      </p:sp>
      <p:sp>
        <p:nvSpPr>
          <p:cNvPr id="20" name="19 CuadroTexto"/>
          <p:cNvSpPr txBox="1"/>
          <p:nvPr/>
        </p:nvSpPr>
        <p:spPr>
          <a:xfrm>
            <a:off x="7020272" y="5517232"/>
            <a:ext cx="12715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 smtClean="0"/>
              <a:t>C</a:t>
            </a:r>
            <a:r>
              <a:rPr lang="es-ES" dirty="0" smtClean="0"/>
              <a:t>= Cond</a:t>
            </a:r>
          </a:p>
          <a:p>
            <a:r>
              <a:rPr lang="es-ES" b="1" dirty="0" smtClean="0"/>
              <a:t>N</a:t>
            </a:r>
            <a:r>
              <a:rPr lang="es-ES" dirty="0" smtClean="0"/>
              <a:t>= Negrita</a:t>
            </a:r>
          </a:p>
          <a:p>
            <a:r>
              <a:rPr lang="es-ES" b="1" dirty="0" smtClean="0"/>
              <a:t>10</a:t>
            </a:r>
            <a:r>
              <a:rPr lang="es-ES" dirty="0" smtClean="0"/>
              <a:t>= Cuerpo</a:t>
            </a:r>
            <a:endParaRPr lang="es-ES" dirty="0"/>
          </a:p>
        </p:txBody>
      </p:sp>
      <p:cxnSp>
        <p:nvCxnSpPr>
          <p:cNvPr id="21" name="20 Conector recto de flecha"/>
          <p:cNvCxnSpPr/>
          <p:nvPr/>
        </p:nvCxnSpPr>
        <p:spPr>
          <a:xfrm>
            <a:off x="3923928" y="2749570"/>
            <a:ext cx="1241317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/>
          <p:nvPr/>
        </p:nvCxnSpPr>
        <p:spPr>
          <a:xfrm>
            <a:off x="3563888" y="3055604"/>
            <a:ext cx="1728192" cy="13356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22 Conector recto de flecha"/>
          <p:cNvCxnSpPr/>
          <p:nvPr/>
        </p:nvCxnSpPr>
        <p:spPr>
          <a:xfrm>
            <a:off x="2915816" y="3314168"/>
            <a:ext cx="2249429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23 Conector recto de flecha"/>
          <p:cNvCxnSpPr/>
          <p:nvPr/>
        </p:nvCxnSpPr>
        <p:spPr>
          <a:xfrm>
            <a:off x="4283968" y="4365104"/>
            <a:ext cx="1019566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1 Rectángulo"/>
          <p:cNvSpPr/>
          <p:nvPr/>
        </p:nvSpPr>
        <p:spPr>
          <a:xfrm>
            <a:off x="1763688" y="3394952"/>
            <a:ext cx="2520280" cy="1673159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7" name="26 Conector recto"/>
          <p:cNvCxnSpPr/>
          <p:nvPr/>
        </p:nvCxnSpPr>
        <p:spPr>
          <a:xfrm>
            <a:off x="3923928" y="2492896"/>
            <a:ext cx="0" cy="50405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"/>
          <p:cNvCxnSpPr/>
          <p:nvPr/>
        </p:nvCxnSpPr>
        <p:spPr>
          <a:xfrm>
            <a:off x="3563888" y="2929590"/>
            <a:ext cx="0" cy="252028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33 CuadroTexto"/>
          <p:cNvSpPr txBox="1"/>
          <p:nvPr/>
        </p:nvSpPr>
        <p:spPr>
          <a:xfrm>
            <a:off x="5292822" y="3129502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9 N</a:t>
            </a:r>
            <a:endParaRPr lang="es-ES" dirty="0"/>
          </a:p>
        </p:txBody>
      </p:sp>
      <p:sp>
        <p:nvSpPr>
          <p:cNvPr id="35" name="34 CuadroTexto"/>
          <p:cNvSpPr txBox="1"/>
          <p:nvPr/>
        </p:nvSpPr>
        <p:spPr>
          <a:xfrm>
            <a:off x="5292822" y="4180438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C 9</a:t>
            </a:r>
            <a:endParaRPr lang="es-ES" dirty="0"/>
          </a:p>
        </p:txBody>
      </p:sp>
      <p:sp>
        <p:nvSpPr>
          <p:cNvPr id="36" name="35 CuadroTexto"/>
          <p:cNvSpPr txBox="1"/>
          <p:nvPr/>
        </p:nvSpPr>
        <p:spPr>
          <a:xfrm>
            <a:off x="5292822" y="5029365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C 10</a:t>
            </a:r>
            <a:endParaRPr lang="es-ES" dirty="0"/>
          </a:p>
        </p:txBody>
      </p:sp>
      <p:cxnSp>
        <p:nvCxnSpPr>
          <p:cNvPr id="37" name="36 Conector recto de flecha"/>
          <p:cNvCxnSpPr/>
          <p:nvPr/>
        </p:nvCxnSpPr>
        <p:spPr>
          <a:xfrm>
            <a:off x="4283968" y="5211250"/>
            <a:ext cx="1019566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37 CuadroTexto"/>
          <p:cNvSpPr txBox="1"/>
          <p:nvPr/>
        </p:nvSpPr>
        <p:spPr>
          <a:xfrm>
            <a:off x="5292822" y="5328311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C 9</a:t>
            </a:r>
            <a:endParaRPr lang="es-ES" dirty="0"/>
          </a:p>
        </p:txBody>
      </p:sp>
      <p:cxnSp>
        <p:nvCxnSpPr>
          <p:cNvPr id="39" name="38 Conector recto de flecha"/>
          <p:cNvCxnSpPr/>
          <p:nvPr/>
        </p:nvCxnSpPr>
        <p:spPr>
          <a:xfrm>
            <a:off x="4052592" y="5512977"/>
            <a:ext cx="1250942" cy="425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39 CuadroTexto"/>
          <p:cNvSpPr txBox="1"/>
          <p:nvPr/>
        </p:nvSpPr>
        <p:spPr>
          <a:xfrm>
            <a:off x="5292822" y="5517397"/>
            <a:ext cx="797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C 10 N</a:t>
            </a:r>
            <a:endParaRPr lang="es-ES" dirty="0"/>
          </a:p>
        </p:txBody>
      </p:sp>
      <p:cxnSp>
        <p:nvCxnSpPr>
          <p:cNvPr id="41" name="40 Conector recto de flecha"/>
          <p:cNvCxnSpPr/>
          <p:nvPr/>
        </p:nvCxnSpPr>
        <p:spPr>
          <a:xfrm>
            <a:off x="4040530" y="5670109"/>
            <a:ext cx="1263004" cy="0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45 CuadroTexto"/>
          <p:cNvSpPr txBox="1"/>
          <p:nvPr/>
        </p:nvSpPr>
        <p:spPr>
          <a:xfrm>
            <a:off x="5292822" y="5723964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C 9</a:t>
            </a:r>
            <a:endParaRPr lang="es-ES" dirty="0"/>
          </a:p>
        </p:txBody>
      </p:sp>
      <p:cxnSp>
        <p:nvCxnSpPr>
          <p:cNvPr id="47" name="46 Conector recto de flecha"/>
          <p:cNvCxnSpPr/>
          <p:nvPr/>
        </p:nvCxnSpPr>
        <p:spPr>
          <a:xfrm>
            <a:off x="4052592" y="5874560"/>
            <a:ext cx="1250942" cy="425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47 CuadroTexto"/>
          <p:cNvSpPr txBox="1"/>
          <p:nvPr/>
        </p:nvSpPr>
        <p:spPr>
          <a:xfrm>
            <a:off x="5292822" y="6021288"/>
            <a:ext cx="503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9 N</a:t>
            </a:r>
            <a:endParaRPr lang="es-ES" dirty="0"/>
          </a:p>
        </p:txBody>
      </p:sp>
      <p:cxnSp>
        <p:nvCxnSpPr>
          <p:cNvPr id="49" name="48 Conector recto de flecha"/>
          <p:cNvCxnSpPr/>
          <p:nvPr/>
        </p:nvCxnSpPr>
        <p:spPr>
          <a:xfrm>
            <a:off x="3886333" y="6201699"/>
            <a:ext cx="1417201" cy="4255"/>
          </a:xfrm>
          <a:prstGeom prst="straightConnector1">
            <a:avLst/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49 Conector recto"/>
          <p:cNvCxnSpPr/>
          <p:nvPr/>
        </p:nvCxnSpPr>
        <p:spPr>
          <a:xfrm>
            <a:off x="3886333" y="6021288"/>
            <a:ext cx="0" cy="346734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52 Conector recto"/>
          <p:cNvCxnSpPr/>
          <p:nvPr/>
        </p:nvCxnSpPr>
        <p:spPr>
          <a:xfrm>
            <a:off x="3635896" y="1307429"/>
            <a:ext cx="0" cy="753419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33" name="1032 Imagen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140" y="103906"/>
            <a:ext cx="1009267" cy="787101"/>
          </a:xfrm>
          <a:prstGeom prst="rect">
            <a:avLst/>
          </a:prstGeom>
        </p:spPr>
      </p:pic>
      <p:cxnSp>
        <p:nvCxnSpPr>
          <p:cNvPr id="56" name="55 Conector recto"/>
          <p:cNvCxnSpPr/>
          <p:nvPr/>
        </p:nvCxnSpPr>
        <p:spPr>
          <a:xfrm>
            <a:off x="4102926" y="215256"/>
            <a:ext cx="0" cy="5644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57 Conector recto"/>
          <p:cNvCxnSpPr/>
          <p:nvPr/>
        </p:nvCxnSpPr>
        <p:spPr>
          <a:xfrm>
            <a:off x="2267744" y="215256"/>
            <a:ext cx="0" cy="56440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086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131</Words>
  <Application>Microsoft Office PowerPoint</Application>
  <PresentationFormat>Presentación en pantalla (4:3)</PresentationFormat>
  <Paragraphs>51</Paragraphs>
  <Slides>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3" baseType="lpstr">
      <vt:lpstr>Tema de Office</vt:lpstr>
      <vt:lpstr>Presentación de PowerPoint</vt:lpstr>
      <vt:lpstr>Presentación de PowerPoint</vt:lpstr>
    </vt:vector>
  </TitlesOfParts>
  <Company>CORREOS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Alonso Esteban, Jose Carlos</dc:creator>
  <cp:lastModifiedBy>Alonso Esteban, Jose Carlos</cp:lastModifiedBy>
  <cp:revision>11</cp:revision>
  <dcterms:created xsi:type="dcterms:W3CDTF">2017-02-14T08:52:23Z</dcterms:created>
  <dcterms:modified xsi:type="dcterms:W3CDTF">2017-02-14T10:19:55Z</dcterms:modified>
</cp:coreProperties>
</file>